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97" d="100"/>
          <a:sy n="97" d="100"/>
        </p:scale>
        <p:origin x="7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5B209-69F2-35DE-9E91-FEFB54F0F1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D8F18D-2F9D-7216-FE88-174391E35E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AB79-92BE-8710-CF13-3F4BA5DD3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936B6-2948-480E-8E3E-81E43EBC9479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C7F7CA-EEE5-973B-7F21-3AFD5A40D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2F833-9C13-9A7A-224E-2258B0E40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58694-95BF-494A-9323-EA273E733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086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B534B-D0FF-098D-53BF-01F1F538C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7AE53-BBC6-A6E2-B2C4-D66F700B3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7B5F4C-8998-EE99-5D71-4CC62B0E1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936B6-2948-480E-8E3E-81E43EBC9479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54CF83-4535-BA1C-13EB-7A9E78475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14DDB-0DFF-D100-437C-D7B43EC6C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58694-95BF-494A-9323-EA273E733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365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3B339-8D89-A72D-07E4-DF44E691D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6EB397-0C09-860F-6E50-DBBB08D26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C9AF8-4E29-B29C-0787-092AB5684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936B6-2948-480E-8E3E-81E43EBC9479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B81E4D-5B25-5F51-B60E-91513BAE8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8CA733-D39B-3A89-1769-61F22A22B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58694-95BF-494A-9323-EA273E733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820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13374-8BD9-D8F0-7331-9D7F70A23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BC526-62C2-FC7E-73DC-3C2E3733BB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C4C723-3F19-44AE-979E-93460C5DB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8A9BD1-A045-9485-E24C-66919F721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936B6-2948-480E-8E3E-81E43EBC9479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CB9145-32D8-1E95-CA87-159D8EA10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909ABB-803A-68D9-4940-B722075FC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58694-95BF-494A-9323-EA273E733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096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C82EB-A924-E462-147C-E0ECE4F46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E88BF-8A49-3372-C50F-04A418F8B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00E6BB-1FCB-0D4F-46BD-51C80EFE1C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4A9793-EF76-8131-19CC-114074AA29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9E66A5-2F53-6212-40E3-9E2F0EE20B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9B84D2-73EA-9B8D-BC38-92C6C4A2F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936B6-2948-480E-8E3E-81E43EBC9479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D46AD5-1AB3-50D8-294A-085E8274E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91CF87-A6A6-39D8-EDF5-178BBA3E7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58694-95BF-494A-9323-EA273E733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830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76E6F-E2EA-6C93-5BFD-8923F26AD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04A82F-EFD2-F058-D7D3-C3B471C15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936B6-2948-480E-8E3E-81E43EBC9479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4B19D2-517C-2F7E-2A53-C64DB49F2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5389EE-30BA-8CEE-0BA4-28BBE4EA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58694-95BF-494A-9323-EA273E733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14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A8FE87-31AE-62CF-E662-65976758F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936B6-2948-480E-8E3E-81E43EBC9479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AA669D-F7A9-8592-C032-614E7D1AF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FB707B-3385-B52A-CF18-533E0E879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58694-95BF-494A-9323-EA273E733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562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BE139-B553-0DE8-FED8-2A202EE4C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53746-BC21-EAB8-D42B-87983E05C3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1FAA64-1B99-DE2F-8FA8-C0127374A2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D64073-B5A3-D35A-5EE9-BF3F17D49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936B6-2948-480E-8E3E-81E43EBC9479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8BA9DB-72C7-7E83-AE3E-6B02A620B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FCCF4B-34A9-4618-CDED-9C99398EF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58694-95BF-494A-9323-EA273E733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961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3405C-3601-200F-153B-C5D968046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30BA26-1A5E-BE67-5C28-1D3DFDBC0B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42625A-197C-B72E-E128-0D0009326F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52E94-73F4-0001-1342-E7D1B4163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936B6-2948-480E-8E3E-81E43EBC9479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A21158-ACB0-277A-C6FC-D3E3AE21C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B20BED-0BAA-A571-70F6-34ACE8DDD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58694-95BF-494A-9323-EA273E733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239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22A79-C6E9-D8FA-C670-B79FF74F1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743C01-CA93-2865-B991-AA2D13148A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E9F431-EE35-E953-CB0D-58DE08AF5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936B6-2948-480E-8E3E-81E43EBC9479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946A1B-6AC6-374A-966B-7AABA7787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D75A3-AB6B-2450-22FD-05BD90187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58694-95BF-494A-9323-EA273E733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543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8C0776-AAAA-3366-22F4-1CD9B8C9AF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CC4E7C-9A14-7A76-C059-14CA5C1B8E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9FA1A4-D3A4-DEDA-5492-5BEF27E54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936B6-2948-480E-8E3E-81E43EBC9479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7FB616-B3CD-B205-C72D-898566459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69FF0-EC34-F325-A6E4-DC9BA9626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58694-95BF-494A-9323-EA273E733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484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134883-3BA3-6203-A862-3152EE452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8C1ABC-861E-5ACA-A1DA-AFE0165DA3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52BD4-4A0A-B23B-C336-E2CB92C70E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4936B6-2948-480E-8E3E-81E43EBC9479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223BE9-40C7-32D7-8733-92C12884F8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F7755F-8316-F790-4ED4-C324E96075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258694-95BF-494A-9323-EA273E733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463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42AAE52-8DE1-A54E-9D20-788EF75C2784}"/>
              </a:ext>
            </a:extLst>
          </p:cNvPr>
          <p:cNvSpPr/>
          <p:nvPr/>
        </p:nvSpPr>
        <p:spPr>
          <a:xfrm>
            <a:off x="520472" y="895719"/>
            <a:ext cx="10241280" cy="4565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8D7434A4-E4E5-52DF-A3B1-34BE060287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0248" y="1105508"/>
            <a:ext cx="8559328" cy="2486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3CA93F4-6F2D-C057-ED2C-577098B8A73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9915" b="50000"/>
          <a:stretch/>
        </p:blipFill>
        <p:spPr>
          <a:xfrm>
            <a:off x="1626895" y="3591877"/>
            <a:ext cx="2051853" cy="15525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BD33859-367C-5E55-61A8-C12F840FF25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000" t="1049" b="48951"/>
          <a:stretch/>
        </p:blipFill>
        <p:spPr>
          <a:xfrm>
            <a:off x="5734057" y="3621372"/>
            <a:ext cx="2048396" cy="15525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DB163C7-D138-5642-6BD2-DB3470E5010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9821" r="49915" b="179"/>
          <a:stretch/>
        </p:blipFill>
        <p:spPr>
          <a:xfrm>
            <a:off x="3678748" y="3591876"/>
            <a:ext cx="2051853" cy="155252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4DC9DC4-6A23-E760-DB8E-0F1E19CA266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9786" t="50000" r="214"/>
          <a:stretch/>
        </p:blipFill>
        <p:spPr>
          <a:xfrm>
            <a:off x="7782453" y="3591875"/>
            <a:ext cx="2048396" cy="155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006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Sonu Kumar</dc:creator>
  <cp:lastModifiedBy>Sonu Kumar</cp:lastModifiedBy>
  <cp:revision>1</cp:revision>
  <dcterms:created xsi:type="dcterms:W3CDTF">2022-11-22T03:43:06Z</dcterms:created>
  <dcterms:modified xsi:type="dcterms:W3CDTF">2022-11-22T03:48:44Z</dcterms:modified>
</cp:coreProperties>
</file>