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504F-F4D3-E21F-46F2-2A38C6787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EFC73-8DA2-27A6-3526-82C714C87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75970-068E-9FB1-AA88-575611F1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C450-C96C-8CC5-BA5C-ACBD0B2D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4457F-98F3-0476-0507-64CD7B66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8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77F9-5611-BEBA-6B84-3F4B8B52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E800A-DCEB-06F9-4960-9F5694713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A5B7C-D801-46DE-6EC8-6D4C204F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3DF0F-5704-3FEB-F6C7-E94A832D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696CE-1022-9674-289B-E1736999F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8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DD84-38DF-BF56-DBC7-005E3CD39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D75D8-63EC-0D43-F559-EF315D8FE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4747B-555B-83A0-6FC7-F7AFD0B1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703C0-D45B-9D21-7516-1368DFA4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267AD-1D78-7CF8-9CA0-7BC7E8D0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732F9-2F2A-4600-F51F-8FB299D7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F47CB-4FB5-41B6-3F8D-DAB95CCF2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58AAD-878E-0761-CD3C-D8AC00FE7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806FE-7609-4CFE-8CAD-277F3532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2000D-0B31-AB28-60DD-625266D9B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CE7E0-104D-3F08-1948-1DF9119A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98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3198B-0BA8-53A9-A8C8-6AB465CD5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42E06-53EF-7200-26EC-A6654EED6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E67F3-2BA2-4236-2BBB-5D68284E9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0701A-1367-7905-E9AE-AFD9755DC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0631E-DCEF-F4FD-3044-A4891727D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EE753-7560-DF49-C88B-57272011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0EDA-6E72-BD6C-1321-5C34791F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34585-F5D8-595C-9E3E-1329E721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5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A73F-891E-DA01-3742-F4CEA32A4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7DFC49-94CB-1C3E-2362-73FAC7376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685BE-0E77-FABF-BB28-C9C07964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29B8B-F194-3E7A-350D-99D3C0A5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3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CA37F-759D-ED28-B0D2-545878CE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376A6D-15FA-0A29-9900-C5339DA91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FA12F-AD58-3034-618D-602B85B0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378B-3A42-0BE4-FB4E-C95D398A3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0268C-68EE-F1F1-F957-98E3BCA56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99157-1FFB-470F-9C9C-BB093D84D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C6112-B48E-0F23-0E17-D89C7410B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716F5-C145-4B0A-BF2E-AE7F6FE3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4FC4B-0156-6E5C-483A-8A8D23E6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7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3D95B-12BB-7D19-9BCC-5C30A420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C2664F-EE54-F567-B316-AA2EF2B51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EFAF6-7242-1CF6-EDF9-B606B9622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56662-C629-32C3-FD08-656D1BB0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AC27D-083E-DF92-DD9D-AE28B559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51755-511B-9D11-53BB-4EB1BAE6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50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7525F-6038-CA65-A334-0E593919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416D1-A56D-A475-5011-E34E1F1A4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E22A4-1484-C7C2-FFC7-CF150AF82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EFC9D-9420-C697-A09C-E440DC1E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A9E64-E0AF-27FD-B80C-2F5E603A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6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778FC-88D9-B907-25F8-D84AE945B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4904B-95CC-4E04-66ED-9ED8B4D9E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4B4B5-DB4F-F3CA-09FB-4A723BC7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EE8FC-E972-0A1D-10E4-876BE38D8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0C227-3410-B104-C227-239E576B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9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23BF2-16DD-5465-4EC2-85F1AF96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21047-359A-29C3-A20E-84BC2C0F1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D8F98-05AA-B6E8-1E71-9EEDF70C4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3A815-BAC6-450B-8973-697FE349269C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FC6A9-D64C-1F8E-469B-F837340D1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1B91A-2924-306C-35D1-380F3DFB6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B0B6D-0D5F-4378-8955-44FD178B2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83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FB2F80C-355F-EA3B-88FA-CCC529A62BCC}"/>
              </a:ext>
            </a:extLst>
          </p:cNvPr>
          <p:cNvSpPr/>
          <p:nvPr/>
        </p:nvSpPr>
        <p:spPr>
          <a:xfrm>
            <a:off x="727914" y="767900"/>
            <a:ext cx="10241280" cy="4565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5407DD-8466-17DE-2CCD-13D78047D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969" y="993253"/>
            <a:ext cx="6758675" cy="24359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7B295F-4037-2D9C-CDC6-0D6AA6A7D0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634"/>
          <a:stretch/>
        </p:blipFill>
        <p:spPr>
          <a:xfrm>
            <a:off x="4498632" y="3602452"/>
            <a:ext cx="1247949" cy="12583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FD2D57-84FC-FC50-CCDF-E9ACB738BD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875" b="34840"/>
          <a:stretch/>
        </p:blipFill>
        <p:spPr>
          <a:xfrm>
            <a:off x="5746581" y="3615644"/>
            <a:ext cx="1247949" cy="1254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25AAAE-D055-544F-9C06-21244AD08B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464" b="-1071"/>
          <a:stretch/>
        </p:blipFill>
        <p:spPr>
          <a:xfrm>
            <a:off x="6994530" y="3615644"/>
            <a:ext cx="1247949" cy="12683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DA28EF-7D70-0002-4BB8-20C37C60F7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720" t="4561" b="1"/>
          <a:stretch/>
        </p:blipFill>
        <p:spPr>
          <a:xfrm rot="5400000">
            <a:off x="8760583" y="3117093"/>
            <a:ext cx="1457858" cy="208167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0D636C0-F749-47B6-A8D6-38A76D3A1CC6}"/>
              </a:ext>
            </a:extLst>
          </p:cNvPr>
          <p:cNvSpPr/>
          <p:nvPr/>
        </p:nvSpPr>
        <p:spPr>
          <a:xfrm>
            <a:off x="4001729" y="953922"/>
            <a:ext cx="344129" cy="324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F771E1-EBA2-F492-9A38-A1E2E5EA214D}"/>
              </a:ext>
            </a:extLst>
          </p:cNvPr>
          <p:cNvSpPr/>
          <p:nvPr/>
        </p:nvSpPr>
        <p:spPr>
          <a:xfrm>
            <a:off x="8893278" y="954020"/>
            <a:ext cx="344129" cy="324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BE511E-4D6C-6909-88D7-664DCB19D7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703"/>
          <a:stretch/>
        </p:blipFill>
        <p:spPr>
          <a:xfrm>
            <a:off x="1067447" y="1032386"/>
            <a:ext cx="2858596" cy="37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81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Kumar</dc:creator>
  <cp:lastModifiedBy>Sonu Kumar</cp:lastModifiedBy>
  <cp:revision>4</cp:revision>
  <dcterms:created xsi:type="dcterms:W3CDTF">2022-11-21T23:35:18Z</dcterms:created>
  <dcterms:modified xsi:type="dcterms:W3CDTF">2022-11-22T02:33:21Z</dcterms:modified>
</cp:coreProperties>
</file>