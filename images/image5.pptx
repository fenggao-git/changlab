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88C7-D9D4-2361-AF54-ECA2D1370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6E291-C9AC-9250-FFF1-DF08975AA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8A8D-A98D-B3C4-41C4-32139356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8C186-BF1D-7239-AE97-4253597E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B14BA-C481-F6D0-084D-21147916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5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4A36-ACA3-F04E-8EB3-B7965DC71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50648-BAA7-63A9-273D-F822AF14F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89E3B-7D60-BAD0-846B-3A81E09A7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93192-3863-702B-3A7D-6F4DE66E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9EBE4-2F55-642B-FB44-A700F855C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4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49B1-76AE-3B95-6B0C-6B0173D5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EF374-1728-259B-63AC-930C49B25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0B49F-2219-817C-FF63-0800834D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F351E-69FD-90D0-ECFF-16AB1F61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09DBE-20AB-F79C-D5EC-10E0C124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7E71-8CB5-0DBB-BFBC-E23DD9A3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52EAA-34C5-A498-8F00-142D0309B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D87EC-64A4-56D4-4CAF-58215DF0D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CE9AA-9684-6F4A-B917-7BDADDF9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09BEA-282C-10DC-AC75-A1C52F44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5A5E2-8555-C4D4-FDD5-FE5788EB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2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363D-9E02-9E93-39E3-8F8A8D526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99264-A6A3-8BBB-40D5-685500BDD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41C63-F299-409E-2156-CBF849898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8146A-B3CA-F86A-7A38-BD0561630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EDBDD-9938-8D34-FA77-FA518ADF8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28C3D-ED82-CC14-39C5-3E8B1DDEF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37706C-BBEF-2595-571D-4AB1A77D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1D275-6C6D-86E9-B909-B0798600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4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8FE8-8BAB-4C79-A0A0-2168E9949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76F0E-C864-890E-CC15-FA543279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F66EF-7E19-C260-574F-6B05BA4E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12286-F3B9-B69B-1334-D5E91CFD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0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80AEC-19AA-F76C-CDD8-E52CF0D9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2325C-F4BF-7ED2-880B-645456FC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D84C3-2035-BA4C-65A6-02B598A4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9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EF40-E8C9-CE08-C92C-07B268ECF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DE01B-66AB-A82E-6C43-E9DE4106D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12B69-2CBD-D80C-7109-9A3A26A25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33E3C-211E-09FE-E970-4054D20D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70F7-ADA2-63D9-07FA-31690C0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AB37F-A14F-F4F0-773C-BBA063FC7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5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B37D-30F0-D2F4-217B-C965C31A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3357F-9FB1-5A73-DD55-4D874FBA9F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EF6F3-2819-0FEB-6E0B-98B69A20E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836A1-1C25-277B-9BCA-A0BA855D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6FA03-A764-0C80-B488-6E77CB3F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4C0EF-AF5A-0AD4-82DC-A16FB24C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1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AA41-83EE-3352-B724-D4CAFA0C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375CF-F236-C5D2-B906-74EED79612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26340-FBA3-7143-9165-A7D3D3C43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D07C-F408-9679-C30B-2EBC0860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C6F15-3E3F-7F28-8EDB-7FB572F0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2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733037-683F-80A9-57F8-420D2BED3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99676-8F25-5041-FD54-7B3CFAFE6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F3B06-B4FC-E99B-58D9-E9AFA9F6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5607E-08D9-BDED-9842-FB8C835A2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1A782-BEC1-07DF-5986-4B2AA9EB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5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DEBAE8-D303-8012-D2D8-C8D52FD8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22EED-8370-5BBF-5BA7-99946A21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813AE-671C-95DD-C98B-07F7210BE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D1825-CDD3-4175-8DF9-8BC176D3CEF7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33A97-BFFA-16B9-410D-E53C0F673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3E73A-DBE2-36BE-F238-FCAC0FE6B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F4064-770D-4CA7-8BAB-D021ED5A7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1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FA74324-839F-FA8D-089B-3E9ED145BDD9}"/>
              </a:ext>
            </a:extLst>
          </p:cNvPr>
          <p:cNvSpPr/>
          <p:nvPr/>
        </p:nvSpPr>
        <p:spPr>
          <a:xfrm>
            <a:off x="0" y="458320"/>
            <a:ext cx="10241280" cy="4565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3E613-8F32-1EC9-3E7F-0D57E10C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15" y="885040"/>
            <a:ext cx="7010865" cy="331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64B5D-2522-CBB8-F279-8CA181F178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101"/>
          <a:stretch/>
        </p:blipFill>
        <p:spPr>
          <a:xfrm>
            <a:off x="7497655" y="885040"/>
            <a:ext cx="2497412" cy="1838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402A9C-D994-AF9F-8E98-965E316159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666" r="-440"/>
          <a:stretch/>
        </p:blipFill>
        <p:spPr>
          <a:xfrm>
            <a:off x="7497655" y="3068141"/>
            <a:ext cx="2344774" cy="135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32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Kumar</dc:creator>
  <cp:lastModifiedBy>Sonu Kumar</cp:lastModifiedBy>
  <cp:revision>2</cp:revision>
  <dcterms:created xsi:type="dcterms:W3CDTF">2022-11-21T23:53:35Z</dcterms:created>
  <dcterms:modified xsi:type="dcterms:W3CDTF">2022-11-22T02:31:57Z</dcterms:modified>
</cp:coreProperties>
</file>