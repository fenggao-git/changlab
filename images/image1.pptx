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94" d="100"/>
          <a:sy n="94" d="100"/>
        </p:scale>
        <p:origin x="9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E1DE-53AC-8253-7499-88BDEA3290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E7E84-661C-9436-4C62-58787E37C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DE165-2BD2-D1C5-5F41-428436D4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6E3C-8786-43A6-94CE-1F4F50A0E72B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AC275-A579-0B94-7A80-A29547CE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EC25B-62BF-CAF9-796C-19417728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2DA-4E1F-426A-9033-4103811CA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46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A456-0BE0-03DE-1431-1A3B197D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F08C6-329A-4AEB-18D0-D66F57489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4FC63-E936-52BA-FC0C-5BC48524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6E3C-8786-43A6-94CE-1F4F50A0E72B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79CC2-C040-B653-4846-861A99CF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87049-4335-83C0-984C-FC8C64AF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2DA-4E1F-426A-9033-4103811CA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7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8684E-27CC-4350-0398-C2E377724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964A4-8B8A-307E-CF7F-30A679264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6A659-F9AE-D2AF-1D7D-FA26357CA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6E3C-8786-43A6-94CE-1F4F50A0E72B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88E15-E0B8-452C-2355-4A5FACCD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D14C0-3D01-90ED-D7D5-76637FC0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2DA-4E1F-426A-9033-4103811CA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98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336EE-7BE5-E97F-D8A4-BD326BD6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51663-6851-A797-85A4-CF769A318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EA8A5-A622-DAD6-52AC-FB33718BB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D9917-781F-AC38-153A-3FFE20A3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6E3C-8786-43A6-94CE-1F4F50A0E72B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95DEF-4973-8767-FA92-09F385998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68129-2772-5B59-DE85-B2506018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2DA-4E1F-426A-9033-4103811CA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2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4335-43F8-D6DA-D9F8-948F5B4B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F05FB-67A2-B3BE-276F-5F2846352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4AD5D-614A-CBE0-60DF-EBE946E1F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21236-4299-E981-9F6E-7D237BE0F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42200F-BA2F-C8DA-B974-16E9176217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8702F7-C672-994E-EC99-243D8E19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6E3C-8786-43A6-94CE-1F4F50A0E72B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2291A7-63D6-688D-A94D-8A28BC0B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B1D547-0747-75BA-9237-2DA708B60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2DA-4E1F-426A-9033-4103811CA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4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C24FF-504F-4D0F-F71B-99BCBCA0B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19AADB-77AF-4B54-7CA7-DDE210E3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6E3C-8786-43A6-94CE-1F4F50A0E72B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D53BDD-9940-4B4B-231D-E1582255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70168-DAB9-864C-535C-1798F3B0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2DA-4E1F-426A-9033-4103811CA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5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2EF47-C7F1-1C7F-4D43-D20060A04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6E3C-8786-43A6-94CE-1F4F50A0E72B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3211CF-3584-A6E6-B7C6-AA2924240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E69E4-808A-DB81-AA25-E435B231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2DA-4E1F-426A-9033-4103811CA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2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A598E-18EC-6DFF-D156-049BF49E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E6D8-AD24-4096-FAE5-FD5CFD199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78B31-A031-5062-A90D-ABAD2F4FE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A2FD6-D1D7-08E5-043C-21984A10E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6E3C-8786-43A6-94CE-1F4F50A0E72B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0589-5EDE-8BC9-71D7-967398FB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91D41-671A-66F6-2426-1FD2FB79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2DA-4E1F-426A-9033-4103811CA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90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85C1-AB46-29F1-FB28-FBE60652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DC8F40-E2FF-15DE-A29F-ED1053AE8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0F07B-C7B9-030E-9FC3-510B09EC7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3352D-F85E-D68F-BB16-88C0FDB5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6E3C-8786-43A6-94CE-1F4F50A0E72B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3E57B-137D-48DF-B705-B4C688C4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8E171-9F3C-37DF-6DBF-CBFCB871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2DA-4E1F-426A-9033-4103811CA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72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B4CE2-8630-2A86-8CE5-A155D6A5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0F3E5-FE1B-5908-4F1A-DAAFACD25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385ED-60F7-5D24-EF03-A839E784D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6E3C-8786-43A6-94CE-1F4F50A0E72B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07817-2AFF-BCBD-EEE5-F0CE1C534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C53B6-1690-CC5D-C1D0-41B38AA0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2DA-4E1F-426A-9033-4103811CA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8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A1E03-8E1C-CFB3-D9DA-1A22B45569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B50BF-F6F4-C814-AB04-61C9B89BB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EE765-D6D9-C704-FE09-CC0E7C19D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06E3C-8786-43A6-94CE-1F4F50A0E72B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5E790-6E85-CE68-F3F6-D1D4D5E53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2C2D5-B907-E3FD-3A71-DB62E140B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2DA-4E1F-426A-9033-4103811CA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0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7176DC-7635-EB2E-7B96-F8594208F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E4342-FCA1-1788-BB52-6B2AEB30F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029CC-041D-5B43-AC7B-A00F31CDC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06E3C-8786-43A6-94CE-1F4F50A0E72B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97221-82B6-2FC1-13B7-B3B72A7F9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B8D58-7E06-2094-9635-083D5012B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632DA-4E1F-426A-9033-4103811CA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4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C1B35F-9F91-EF8A-0FC0-3C2EC102BE25}"/>
              </a:ext>
            </a:extLst>
          </p:cNvPr>
          <p:cNvSpPr/>
          <p:nvPr/>
        </p:nvSpPr>
        <p:spPr>
          <a:xfrm>
            <a:off x="619760" y="1249680"/>
            <a:ext cx="10241280" cy="4565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FD1D86-5239-B0FC-6FF7-11714ABF02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" t="7859" r="60487" b="2759"/>
          <a:stretch/>
        </p:blipFill>
        <p:spPr>
          <a:xfrm>
            <a:off x="841034" y="1343176"/>
            <a:ext cx="5394305" cy="42821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C79C1C-2E63-F934-CD61-7CFE9F0CD1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08" t="-281" r="-2555"/>
          <a:stretch/>
        </p:blipFill>
        <p:spPr>
          <a:xfrm>
            <a:off x="6438703" y="3418840"/>
            <a:ext cx="4351217" cy="23966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C47CB1-DC25-6FBE-119A-44A99FC42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339" y="1343177"/>
            <a:ext cx="4351217" cy="194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8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Kumar</dc:creator>
  <cp:lastModifiedBy>Sonu Kumar</cp:lastModifiedBy>
  <cp:revision>2</cp:revision>
  <dcterms:created xsi:type="dcterms:W3CDTF">2022-11-21T23:44:56Z</dcterms:created>
  <dcterms:modified xsi:type="dcterms:W3CDTF">2022-11-22T02:30:49Z</dcterms:modified>
</cp:coreProperties>
</file>