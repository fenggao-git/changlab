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CB"/>
    <a:srgbClr val="FF650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981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50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5CDE-3BCB-4288-AFF8-927BB95CEBE2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B2942-BA76-469C-946D-F762C9BD3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3165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5CDE-3BCB-4288-AFF8-927BB95CEBE2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B2942-BA76-469C-946D-F762C9BD3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6587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5CDE-3BCB-4288-AFF8-927BB95CEBE2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B2942-BA76-469C-946D-F762C9BD3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669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5CDE-3BCB-4288-AFF8-927BB95CEBE2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B2942-BA76-469C-946D-F762C9BD3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25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5CDE-3BCB-4288-AFF8-927BB95CEBE2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B2942-BA76-469C-946D-F762C9BD3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26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5CDE-3BCB-4288-AFF8-927BB95CEBE2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B2942-BA76-469C-946D-F762C9BD3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17758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5CDE-3BCB-4288-AFF8-927BB95CEBE2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B2942-BA76-469C-946D-F762C9BD3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7982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5CDE-3BCB-4288-AFF8-927BB95CEBE2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B2942-BA76-469C-946D-F762C9BD3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425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5CDE-3BCB-4288-AFF8-927BB95CEBE2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B2942-BA76-469C-946D-F762C9BD3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2909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5CDE-3BCB-4288-AFF8-927BB95CEBE2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B2942-BA76-469C-946D-F762C9BD3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327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685CDE-3BCB-4288-AFF8-927BB95CEBE2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EB2942-BA76-469C-946D-F762C9BD3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047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685CDE-3BCB-4288-AFF8-927BB95CEBE2}" type="datetimeFigureOut">
              <a:rPr lang="en-US" smtClean="0"/>
              <a:t>2/27/2019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EB2942-BA76-469C-946D-F762C9BD36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498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6489" y="503853"/>
            <a:ext cx="6018245" cy="4627984"/>
          </a:xfrm>
          <a:prstGeom prst="rect">
            <a:avLst/>
          </a:prstGeom>
          <a:solidFill>
            <a:srgbClr val="FFFF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787" y="3018161"/>
            <a:ext cx="1524000" cy="1400175"/>
          </a:xfrm>
          <a:prstGeom prst="roundRect">
            <a:avLst>
              <a:gd name="adj" fmla="val 50000"/>
            </a:avLst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9787" y="1446245"/>
            <a:ext cx="1522034" cy="1371600"/>
          </a:xfrm>
          <a:prstGeom prst="roundRect">
            <a:avLst>
              <a:gd name="adj" fmla="val 50000"/>
            </a:avLst>
          </a:prstGeom>
        </p:spPr>
      </p:pic>
      <p:sp>
        <p:nvSpPr>
          <p:cNvPr id="10" name="TextBox 9"/>
          <p:cNvSpPr txBox="1"/>
          <p:nvPr/>
        </p:nvSpPr>
        <p:spPr>
          <a:xfrm>
            <a:off x="783960" y="976755"/>
            <a:ext cx="28620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6509"/>
                </a:solidFill>
              </a:rPr>
              <a:t>Electrokinetics &amp; Biosensing</a:t>
            </a:r>
            <a:endParaRPr lang="en-US" b="1" dirty="0">
              <a:solidFill>
                <a:srgbClr val="FF6509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853490" y="976755"/>
            <a:ext cx="26556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6509"/>
                </a:solidFill>
              </a:rPr>
              <a:t>Electrokinetics &amp; Droplets</a:t>
            </a:r>
            <a:endParaRPr lang="en-US" b="1" dirty="0">
              <a:solidFill>
                <a:srgbClr val="FF6509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56498" y="4473152"/>
            <a:ext cx="2116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6509"/>
                </a:solidFill>
              </a:rPr>
              <a:t>Optics &amp; </a:t>
            </a:r>
            <a:r>
              <a:rPr lang="en-US" b="1" dirty="0" err="1" smtClean="0">
                <a:solidFill>
                  <a:srgbClr val="FF6509"/>
                </a:solidFill>
              </a:rPr>
              <a:t>Plasmonics</a:t>
            </a:r>
            <a:endParaRPr lang="en-US" b="1" dirty="0">
              <a:solidFill>
                <a:srgbClr val="FF6509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983911" y="4473152"/>
            <a:ext cx="21615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>
                <a:solidFill>
                  <a:srgbClr val="FF6509"/>
                </a:solidFill>
              </a:rPr>
              <a:t>Nano-</a:t>
            </a:r>
            <a:r>
              <a:rPr lang="en-US" b="1" dirty="0" err="1" smtClean="0">
                <a:solidFill>
                  <a:srgbClr val="FF6509"/>
                </a:solidFill>
              </a:rPr>
              <a:t>electrokinetics</a:t>
            </a:r>
            <a:endParaRPr lang="en-US" b="1" dirty="0">
              <a:solidFill>
                <a:srgbClr val="FF6509"/>
              </a:solidFill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2854" t="1001" r="17965" b="7306"/>
          <a:stretch/>
        </p:blipFill>
        <p:spPr>
          <a:xfrm>
            <a:off x="4374389" y="1497563"/>
            <a:ext cx="1380598" cy="1268963"/>
          </a:xfrm>
          <a:prstGeom prst="roundRect">
            <a:avLst>
              <a:gd name="adj" fmla="val 50000"/>
            </a:avLst>
          </a:prstGeom>
        </p:spPr>
      </p:pic>
      <p:pic>
        <p:nvPicPr>
          <p:cNvPr id="18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6787" y="2867657"/>
            <a:ext cx="1758822" cy="1708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56074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</TotalTime>
  <Words>10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>University of Notre Dame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Zehao Pan</dc:creator>
  <cp:lastModifiedBy>Zehao Pan</cp:lastModifiedBy>
  <cp:revision>7</cp:revision>
  <dcterms:created xsi:type="dcterms:W3CDTF">2019-02-27T16:54:18Z</dcterms:created>
  <dcterms:modified xsi:type="dcterms:W3CDTF">2019-02-27T19:27:59Z</dcterms:modified>
</cp:coreProperties>
</file>