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5" autoAdjust="0"/>
    <p:restoredTop sz="94660"/>
  </p:normalViewPr>
  <p:slideViewPr>
    <p:cSldViewPr snapToGrid="0">
      <p:cViewPr varScale="1">
        <p:scale>
          <a:sx n="97" d="100"/>
          <a:sy n="97" d="100"/>
        </p:scale>
        <p:origin x="78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A51DC-861A-3B9E-46D0-E98C79C90E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5CA33AE-E067-CCB6-5262-F232BE18DF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E2CCC8-ABBF-4F17-B772-9ABEC46FB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C2B02D-BD99-8EC3-DFDA-55A4C4F58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2DE1FC-AD8A-E3A9-B74C-2844EEF70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59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77F9FB-7D8E-C0DE-7999-284D036AA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FCA9E-400C-CB8C-ED0D-CF0DECD19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F85FE0-9A69-31AA-6D42-9ABDCBFC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022EB-ECDD-2839-807C-0FE296C2D9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19A108-AE62-D709-3E1E-7C22B4D72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3925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388AA-E7A4-388F-CDAB-BA9477866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8BF57E-EE6F-704F-4B5C-4835950BE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1A1B4-AC18-147A-3596-33AB96A9E1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A4A74D-16D8-E605-4CD3-2BDDD6D37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65FC64-BEBC-A062-7A4E-4545FCFDA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971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CC8DDA-6E24-3B98-9B67-3A515D4E3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CE512-3B3E-E01F-3400-FAFD6FE93F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15EFFA-08C0-BB59-C45A-4EB3D7FBA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A8A9E-EE1F-88B9-B531-716657B9B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1D6241-5B90-6C83-E949-156F678731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2605E4-7C1A-0DE5-EB27-DF31D1DBC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0AA3-ED6A-84E7-49B5-E89731C34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20DD0-2962-6530-49E4-E88EAA55EC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5750E6-2762-B25C-D935-9C31515009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410B6E-C5BA-6F0F-D339-2D1815579C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A042B2-48B5-5DA5-BAEF-AA4FA806DB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35F399-19DE-E68D-BE78-82A6C1190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4FEAE1-B166-5290-391B-182CE5A64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D7DB61-2A80-B768-52E2-463CB7816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480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9AE31-B356-56D2-1C19-367EEDAD3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14FA69-239C-B789-B462-13A2B5F31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2EEFAF7-CA5E-7217-9323-ECA0C70D6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DA03D8-C8B2-18C6-4F5B-83BD4A4CC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54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83A3E9-DB19-E138-3F78-4CD15CEEB8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21D921D-3BD0-6158-8FF1-68AB323257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ED24BB-9071-01E3-EB42-1542A2CE7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3597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A0A06-F45F-FE02-AFB8-CB82ACF5E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48D32-59D6-5781-88F9-A2E4B683B1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CA7D28-025C-1B84-C32F-F2E3FE5FEC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6A667E-BE8F-9AA6-FB15-AB5D83B68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37CFDF-5C09-F645-6647-EE4E66DA1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70B32-C1E3-D712-5315-7A55D2265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180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D3684E-1EAD-9F93-11EA-D776AB2A7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78FB035-B367-2BE9-F2B8-6FE3700123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0DB24D-583D-FB23-A4D4-CA4B973E6C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B9D6AB-04AC-6173-DAED-AD5964E056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15C7FF-438E-EE74-7CBE-B9ECE989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946B328-8C2A-FC5B-5846-7F108F512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9783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774F-EE8A-30AA-CB50-794D72164F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C59F64-7D68-DE24-4E0A-C367F75C58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77180-1186-1D9B-BC96-54D37F53E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098BD-175D-835B-FD43-BE53B6762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91E645-ED69-C81B-1F66-E10036DAE2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041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813E97-F6EB-B279-CDDE-77B20319F9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7A729F-CF1B-3505-42B8-CC5B35F1A3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58DDC6-3020-E598-B2C3-3C55945944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017A1-FFA3-0BA7-BF48-ADE55CC8E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1109F1-E1EB-4185-7E7E-FB60A516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854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506E99-30D2-0D05-EDAE-51CEE0DE2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16D4CA-8770-EE2F-97D1-CD77499F6B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8B40B-4940-F0A8-49DE-19B5235FBC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3B2FA8-008C-4944-85D5-525B41838122}" type="datetimeFigureOut">
              <a:rPr lang="en-US" smtClean="0"/>
              <a:t>11/21/2022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F09A75-4224-761D-C481-2744F32E4F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83B797-1C20-A97B-B033-8593F88B82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58687D-7481-4D10-8C55-1A0DBA06275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125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5E07A46-D1E2-A877-B985-72E5A8513056}"/>
              </a:ext>
            </a:extLst>
          </p:cNvPr>
          <p:cNvSpPr/>
          <p:nvPr/>
        </p:nvSpPr>
        <p:spPr>
          <a:xfrm>
            <a:off x="274665" y="718740"/>
            <a:ext cx="10241280" cy="456584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Graphical user interface&#10;&#10;Description automatically generated">
            <a:extLst>
              <a:ext uri="{FF2B5EF4-FFF2-40B4-BE49-F238E27FC236}">
                <a16:creationId xmlns:a16="http://schemas.microsoft.com/office/drawing/2014/main" id="{FF420C5A-485A-A2DF-8F0C-E2A6CC7C015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38"/>
          <a:stretch/>
        </p:blipFill>
        <p:spPr>
          <a:xfrm>
            <a:off x="601367" y="1229031"/>
            <a:ext cx="9587876" cy="3063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848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Kumar</dc:creator>
  <cp:lastModifiedBy>Sonu Kumar</cp:lastModifiedBy>
  <cp:revision>1</cp:revision>
  <dcterms:created xsi:type="dcterms:W3CDTF">2022-11-22T03:56:13Z</dcterms:created>
  <dcterms:modified xsi:type="dcterms:W3CDTF">2022-11-22T04:01:48Z</dcterms:modified>
</cp:coreProperties>
</file>